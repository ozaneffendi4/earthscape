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8e6d99a6ba41ac" /><Relationship Type="http://schemas.openxmlformats.org/officeDocument/2006/relationships/extended-properties" Target="/docProps/app.xml" Id="R7d5b1d70d1964f41" /><Relationship Type="http://schemas.openxmlformats.org/officeDocument/2006/relationships/officeDocument" Target="/ppt/presentation.xml" Id="R2c8642b7358447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2b32a12742415a"/>
  </p:sldMasterIdLst>
  <p:notesMasterIdLst>
    <p:notesMasterId xmlns:r="http://schemas.openxmlformats.org/officeDocument/2006/relationships" r:id="Rbea3b234c2a843fd"/>
  </p:notesMasterIdLst>
  <p:sldIdLst>
    <p:sldId xmlns:r="http://schemas.openxmlformats.org/officeDocument/2006/relationships" id="256" r:id="Rbb226147a919423c"/>
    <p:sldId xmlns:r="http://schemas.openxmlformats.org/officeDocument/2006/relationships" id="257" r:id="R742fe8bbf1874e6e"/>
    <p:sldId xmlns:r="http://schemas.openxmlformats.org/officeDocument/2006/relationships" id="258" r:id="R23012e379e3742fe"/>
    <p:sldId xmlns:r="http://schemas.openxmlformats.org/officeDocument/2006/relationships" id="259" r:id="R49c337a955da4ea8"/>
    <p:sldId xmlns:r="http://schemas.openxmlformats.org/officeDocument/2006/relationships" id="260" r:id="R8941710edbeb4972"/>
    <p:sldId xmlns:r="http://schemas.openxmlformats.org/officeDocument/2006/relationships" id="261" r:id="R8d32fb7740934649"/>
    <p:sldId xmlns:r="http://schemas.openxmlformats.org/officeDocument/2006/relationships" id="262" r:id="Rde0b943d0266407e"/>
    <p:sldId xmlns:r="http://schemas.openxmlformats.org/officeDocument/2006/relationships" id="263" r:id="Rbfc1057a91e44c2e"/>
    <p:sldId xmlns:r="http://schemas.openxmlformats.org/officeDocument/2006/relationships" id="264" r:id="R81a809b09df84503"/>
    <p:sldId xmlns:r="http://schemas.openxmlformats.org/officeDocument/2006/relationships" id="265" r:id="Rf007afb2d8414e04"/>
    <p:sldId xmlns:r="http://schemas.openxmlformats.org/officeDocument/2006/relationships" id="266" r:id="Rdedda18dd47843dc"/>
    <p:sldId xmlns:r="http://schemas.openxmlformats.org/officeDocument/2006/relationships" id="267" r:id="R44fcb9d894ab4be2"/>
    <p:sldId xmlns:r="http://schemas.openxmlformats.org/officeDocument/2006/relationships" id="268" r:id="Raa6dbd9c18b74aa2"/>
    <p:sldId xmlns:r="http://schemas.openxmlformats.org/officeDocument/2006/relationships" id="269" r:id="Rb459a9158a48499c"/>
    <p:sldId xmlns:r="http://schemas.openxmlformats.org/officeDocument/2006/relationships" id="270" r:id="R3110fb7f32f946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f81a3d8fe14351" /><Relationship Type="http://schemas.openxmlformats.org/officeDocument/2006/relationships/slideMaster" Target="/ppt/slideMasters/slideMaster1.xml" Id="R342b32a12742415a" /><Relationship Type="http://schemas.openxmlformats.org/officeDocument/2006/relationships/notesMaster" Target="/ppt/notesMasters/notesMaster1.xml" Id="Rbea3b234c2a843fd" /><Relationship Type="http://schemas.openxmlformats.org/officeDocument/2006/relationships/presProps" Target="/ppt/presProps.xml" Id="Reb542982b4964fa7" /><Relationship Type="http://schemas.openxmlformats.org/officeDocument/2006/relationships/tableStyles" Target="/ppt/tableStyles.xml" Id="Rde2860baeb0f4b73" /><Relationship Type="http://schemas.openxmlformats.org/officeDocument/2006/relationships/slide" Target="/ppt/slides/slide1.xml" Id="Rbb226147a919423c" /><Relationship Type="http://schemas.openxmlformats.org/officeDocument/2006/relationships/slide" Target="/ppt/slides/slide2.xml" Id="R742fe8bbf1874e6e" /><Relationship Type="http://schemas.openxmlformats.org/officeDocument/2006/relationships/slide" Target="/ppt/slides/slide3.xml" Id="R23012e379e3742fe" /><Relationship Type="http://schemas.openxmlformats.org/officeDocument/2006/relationships/slide" Target="/ppt/slides/slide4.xml" Id="R49c337a955da4ea8" /><Relationship Type="http://schemas.openxmlformats.org/officeDocument/2006/relationships/slide" Target="/ppt/slides/slide5.xml" Id="R8941710edbeb4972" /><Relationship Type="http://schemas.openxmlformats.org/officeDocument/2006/relationships/slide" Target="/ppt/slides/slide6.xml" Id="R8d32fb7740934649" /><Relationship Type="http://schemas.openxmlformats.org/officeDocument/2006/relationships/slide" Target="/ppt/slides/slide7.xml" Id="Rde0b943d0266407e" /><Relationship Type="http://schemas.openxmlformats.org/officeDocument/2006/relationships/slide" Target="/ppt/slides/slide8.xml" Id="Rbfc1057a91e44c2e" /><Relationship Type="http://schemas.openxmlformats.org/officeDocument/2006/relationships/slide" Target="/ppt/slides/slide9.xml" Id="R81a809b09df84503" /><Relationship Type="http://schemas.openxmlformats.org/officeDocument/2006/relationships/slide" Target="/ppt/slides/slide10.xml" Id="Rf007afb2d8414e04" /><Relationship Type="http://schemas.openxmlformats.org/officeDocument/2006/relationships/slide" Target="/ppt/slides/slide11.xml" Id="Rdedda18dd47843dc" /><Relationship Type="http://schemas.openxmlformats.org/officeDocument/2006/relationships/slide" Target="/ppt/slides/slide12.xml" Id="R44fcb9d894ab4be2" /><Relationship Type="http://schemas.openxmlformats.org/officeDocument/2006/relationships/slide" Target="/ppt/slides/slide13.xml" Id="Raa6dbd9c18b74aa2" /><Relationship Type="http://schemas.openxmlformats.org/officeDocument/2006/relationships/slide" Target="/ppt/slides/slide14.xml" Id="Rb459a9158a48499c" /><Relationship Type="http://schemas.openxmlformats.org/officeDocument/2006/relationships/slide" Target="/ppt/slides/slide15.xml" Id="R3110fb7f32f946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f42ccb8fb946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3560a836694e42" /><Relationship Type="http://schemas.openxmlformats.org/officeDocument/2006/relationships/notesMaster" Target="/ppt/notesMasters/notesMaster1.xml" Id="Rcc5a3edc266d40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ae5d9918dc46c0" /><Relationship Type="http://schemas.openxmlformats.org/officeDocument/2006/relationships/notesMaster" Target="/ppt/notesMasters/notesMaster1.xml" Id="Ra9bd689070e94f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a4cdd5f07248a5" /><Relationship Type="http://schemas.openxmlformats.org/officeDocument/2006/relationships/notesMaster" Target="/ppt/notesMasters/notesMaster1.xml" Id="Rc4f4f1adbf4843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4eecef83b94fce" /><Relationship Type="http://schemas.openxmlformats.org/officeDocument/2006/relationships/notesMaster" Target="/ppt/notesMasters/notesMaster1.xml" Id="R1ce906c142c249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e1ca57ebad4582" /><Relationship Type="http://schemas.openxmlformats.org/officeDocument/2006/relationships/notesMaster" Target="/ppt/notesMasters/notesMaster1.xml" Id="R87aed6414e824c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c444b0ac1d4f55" /><Relationship Type="http://schemas.openxmlformats.org/officeDocument/2006/relationships/notesMaster" Target="/ppt/notesMasters/notesMaster1.xml" Id="Rd7a0994470f249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54f79ec66045a8" /><Relationship Type="http://schemas.openxmlformats.org/officeDocument/2006/relationships/notesMaster" Target="/ppt/notesMasters/notesMaster1.xml" Id="Rf86834e64d574f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8e81c75ffd4e0b" /><Relationship Type="http://schemas.openxmlformats.org/officeDocument/2006/relationships/notesMaster" Target="/ppt/notesMasters/notesMaster1.xml" Id="R362ae1f7642d411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3f547ccb9b4036" /><Relationship Type="http://schemas.openxmlformats.org/officeDocument/2006/relationships/notesMaster" Target="/ppt/notesMasters/notesMaster1.xml" Id="R4aed03fef2de42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8ae2d942144dfb" /><Relationship Type="http://schemas.openxmlformats.org/officeDocument/2006/relationships/notesMaster" Target="/ppt/notesMasters/notesMaster1.xml" Id="R828f4a58f2344f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312ac22fad44295" /><Relationship Type="http://schemas.openxmlformats.org/officeDocument/2006/relationships/notesMaster" Target="/ppt/notesMasters/notesMaster1.xml" Id="Ra898b6947ca8450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7c7c81787c94854" /><Relationship Type="http://schemas.openxmlformats.org/officeDocument/2006/relationships/notesMaster" Target="/ppt/notesMasters/notesMaster1.xml" Id="R72bf400a5add4b5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36da2f6090f4b0f" /><Relationship Type="http://schemas.openxmlformats.org/officeDocument/2006/relationships/notesMaster" Target="/ppt/notesMasters/notesMaster1.xml" Id="R7fb35c7ffb144e6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0a5180bd6b6475b" /><Relationship Type="http://schemas.openxmlformats.org/officeDocument/2006/relationships/notesMaster" Target="/ppt/notesMasters/notesMaster1.xml" Id="R6619aa373a71455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2a80cbce1374227" /><Relationship Type="http://schemas.openxmlformats.org/officeDocument/2006/relationships/notesMaster" Target="/ppt/notesMasters/notesMaster1.xml" Id="R1be1a7e2e54b4a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44aba00d40437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cda5345cfa4ef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c299663120439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3cdc10963044d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dcd9c22e05408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f06ed8910e4a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E661B0-0E96-45A9-81B6-2FA7DE30C6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1135B5E-B181-4FB5-9610-DC53FE40AB6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DB7C081-FBBB-4A95-9274-E57266F62A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29CA5C-26CA-4FE1-987E-F92D8A15D6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B6D9D4D-525E-4D3D-B1E8-7D19463508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0320432-685A-4A19-B5AA-4FB9D12B79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8303105-CF76-43C3-BE00-4DD734E041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03CF419-9A06-440E-87ED-42F8184B492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ACFBB6-618C-4511-A492-2E4377EE71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1E7C3A4-AA79-4370-8E45-86F9BFB502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970aade0644cf7" /><Relationship Type="http://schemas.openxmlformats.org/officeDocument/2006/relationships/slideLayout" Target="/ppt/slideLayouts/slideLayout1.xml" Id="Rba9adb8fab274cc8" /><Relationship Type="http://schemas.openxmlformats.org/officeDocument/2006/relationships/slideLayout" Target="/ppt/slideLayouts/slideLayout2.xml" Id="R91a9a7702f5c466e" /><Relationship Type="http://schemas.openxmlformats.org/officeDocument/2006/relationships/slideLayout" Target="/ppt/slideLayouts/slideLayout3.xml" Id="R02b00f6e09ad4362" /><Relationship Type="http://schemas.openxmlformats.org/officeDocument/2006/relationships/slideLayout" Target="/ppt/slideLayouts/slideLayout4.xml" Id="R2827d2d4ed1b40fe" /><Relationship Type="http://schemas.openxmlformats.org/officeDocument/2006/relationships/slideLayout" Target="/ppt/slideLayouts/slideLayout5.xml" Id="R952dab4a88a84cda" /><Relationship Type="http://schemas.openxmlformats.org/officeDocument/2006/relationships/slideLayout" Target="/ppt/slideLayouts/slideLayout6.xml" Id="R6e52bbfafb1a48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9adb8fab274cc8"/>
    <p:sldLayoutId xmlns:r="http://schemas.openxmlformats.org/officeDocument/2006/relationships" id="2147483650" r:id="R91a9a7702f5c466e"/>
    <p:sldLayoutId xmlns:r="http://schemas.openxmlformats.org/officeDocument/2006/relationships" id="2147483651" r:id="R02b00f6e09ad4362"/>
    <p:sldLayoutId xmlns:r="http://schemas.openxmlformats.org/officeDocument/2006/relationships" id="2147483652" r:id="R2827d2d4ed1b40fe"/>
    <p:sldLayoutId xmlns:r="http://schemas.openxmlformats.org/officeDocument/2006/relationships" id="2147483653" r:id="R952dab4a88a84cda"/>
    <p:sldLayoutId xmlns:r="http://schemas.openxmlformats.org/officeDocument/2006/relationships" id="2147483654" r:id="R6e52bbfafb1a48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defb65c8334c5f" /><Relationship Type="http://schemas.openxmlformats.org/officeDocument/2006/relationships/notesSlide" Target="/ppt/notesSlides/notesSlide1.xml" Id="Ra19f0a9887b046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ab05a023974cfc" /><Relationship Type="http://schemas.openxmlformats.org/officeDocument/2006/relationships/image" Target="/ppt/media/image.png" Id="R4487ef6742a245d7" /><Relationship Type="http://schemas.openxmlformats.org/officeDocument/2006/relationships/notesSlide" Target="/ppt/notesSlides/notesSlide2.xml" Id="R9477eb55bfca47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493d5a750442bf" /><Relationship Type="http://schemas.openxmlformats.org/officeDocument/2006/relationships/image" Target="/ppt/media/image2.png" Id="Rc98faf0609ef4c5f" /><Relationship Type="http://schemas.openxmlformats.org/officeDocument/2006/relationships/notesSlide" Target="/ppt/notesSlides/notesSlide3.xml" Id="R0981927e041543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eb40e462e7416f" /><Relationship Type="http://schemas.openxmlformats.org/officeDocument/2006/relationships/image" Target="/ppt/media/image3.png" Id="Rc0fb81ea855b48fd" /><Relationship Type="http://schemas.openxmlformats.org/officeDocument/2006/relationships/notesSlide" Target="/ppt/notesSlides/notesSlide4.xml" Id="Rc0618415671b40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938953e1e64d66" /><Relationship Type="http://schemas.openxmlformats.org/officeDocument/2006/relationships/image" Target="/ppt/media/image4.png" Id="R5b2cef40a90e4f0d" /><Relationship Type="http://schemas.openxmlformats.org/officeDocument/2006/relationships/notesSlide" Target="/ppt/notesSlides/notesSlide5.xml" Id="R845668ff0f3c4c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f1a35c992b44ca" /><Relationship Type="http://schemas.openxmlformats.org/officeDocument/2006/relationships/image" Target="/ppt/media/image5.png" Id="R589152e1d0294b4f" /><Relationship Type="http://schemas.openxmlformats.org/officeDocument/2006/relationships/notesSlide" Target="/ppt/notesSlides/notesSlide6.xml" Id="R923bb4248df048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893d6600c241a2" /><Relationship Type="http://schemas.openxmlformats.org/officeDocument/2006/relationships/image" Target="/ppt/media/image6.png" Id="R4282ab6dcc9f4d61" /><Relationship Type="http://schemas.openxmlformats.org/officeDocument/2006/relationships/notesSlide" Target="/ppt/notesSlides/notesSlide7.xml" Id="R9ee6b639c7004e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4ec83c2fca4ad4" /><Relationship Type="http://schemas.openxmlformats.org/officeDocument/2006/relationships/image" Target="/ppt/media/image7.png" Id="R186a79b8ede7450e" /><Relationship Type="http://schemas.openxmlformats.org/officeDocument/2006/relationships/notesSlide" Target="/ppt/notesSlides/notesSlide8.xml" Id="R274a5568bd924a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2400a3a9864d33" /><Relationship Type="http://schemas.openxmlformats.org/officeDocument/2006/relationships/image" Target="/ppt/media/image8.png" Id="R6bba67995b8d471c" /><Relationship Type="http://schemas.openxmlformats.org/officeDocument/2006/relationships/notesSlide" Target="/ppt/notesSlides/notesSlide9.xml" Id="Rc790ff05c897481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ed02cf828944e5" /><Relationship Type="http://schemas.openxmlformats.org/officeDocument/2006/relationships/image" Target="/ppt/media/image9.png" Id="Raa50ab9414644b6c" /><Relationship Type="http://schemas.openxmlformats.org/officeDocument/2006/relationships/notesSlide" Target="/ppt/notesSlides/notesSlide10.xml" Id="R4559beca2488442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0d33dff634410b" /><Relationship Type="http://schemas.openxmlformats.org/officeDocument/2006/relationships/image" Target="/ppt/media/image10.png" Id="Rbeb401f6c1a04317" /><Relationship Type="http://schemas.openxmlformats.org/officeDocument/2006/relationships/notesSlide" Target="/ppt/notesSlides/notesSlide11.xml" Id="R0ee8325751404f9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074af20373400a" /><Relationship Type="http://schemas.openxmlformats.org/officeDocument/2006/relationships/notesSlide" Target="/ppt/notesSlides/notesSlide12.xml" Id="Ra722fc38ce22443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b87fb739764e04" /><Relationship Type="http://schemas.openxmlformats.org/officeDocument/2006/relationships/notesSlide" Target="/ppt/notesSlides/notesSlide13.xml" Id="R11a460157bc8481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547d95cff84001" /><Relationship Type="http://schemas.openxmlformats.org/officeDocument/2006/relationships/notesSlide" Target="/ppt/notesSlides/notesSlide14.xml" Id="Rac65e831b30e4c5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467931447e446c" /><Relationship Type="http://schemas.openxmlformats.org/officeDocument/2006/relationships/notesSlide" Target="/ppt/notesSlides/notesSlide15.xml" Id="Rdc07ea8ee9b644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3B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D293AB-4F0F-4BA0-9945-97555AC9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EarthScape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0C5936-C1B4-4A37-9B9E-39D67523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990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C9E6D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0">
                <a:solidFill>
                  <a:srgbClr val="C9E6D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0">
                <a:solidFill>
                  <a:srgbClr val="C9E6D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0">
                <a:solidFill>
                  <a:srgbClr val="C9E6D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0">
                <a:solidFill>
                  <a:srgbClr val="C9E6D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0">
                <a:solidFill>
                  <a:srgbClr val="C9E6D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0">
                <a:solidFill>
                  <a:srgbClr val="C9E6D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0">
                <a:solidFill>
                  <a:srgbClr val="C9E6D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0">
                <a:solidFill>
                  <a:srgbClr val="C9E6D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0">
                <a:solidFill>
                  <a:srgbClr val="C9E6D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C9E6DD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C9E6DD"/>
                </a:solidFill>
                <a:latin typeface="DejaVu Sans"/>
                <a:ea typeface="DejaVu Sans"/>
                <a:cs typeface="DejaVu Sans"/>
              </a:rPr>
              <a:t>Climate data analysis and monitoring</a:t>
            </a:r>
          </a:p>
          <a:p xmlns:a="http://schemas.openxmlformats.org/drawingml/2006/main">
            <a:pPr>
              <a:defRPr sz="2400" b="0">
                <a:solidFill>
                  <a:srgbClr val="C9E6DD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C9E6DD"/>
                </a:solidFill>
                <a:latin typeface="DejaVu Sans"/>
                <a:ea typeface="DejaVu Sans"/>
                <a:cs typeface="DejaVu Sans"/>
              </a:rPr>
              <a:t>Project demonstration and technical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B99E7-BD92-421C-B6BD-62DBF4F4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143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73CCB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1">
                <a:solidFill>
                  <a:srgbClr val="73CCB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1">
                <a:solidFill>
                  <a:srgbClr val="73CCB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1">
                <a:solidFill>
                  <a:srgbClr val="73CCB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1">
                <a:solidFill>
                  <a:srgbClr val="73CCB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1">
                <a:solidFill>
                  <a:srgbClr val="73CCB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1">
                <a:solidFill>
                  <a:srgbClr val="73CCB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1">
                <a:solidFill>
                  <a:srgbClr val="73CCB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1">
                <a:solidFill>
                  <a:srgbClr val="73CCB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1">
                <a:solidFill>
                  <a:srgbClr val="73CCB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73CCB5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3CCB5"/>
                </a:solidFill>
                <a:latin typeface="DejaVu Sans"/>
                <a:ea typeface="DejaVu Sans"/>
                <a:cs typeface="DejaVu Sans"/>
              </a:rPr>
              <a:t>EARTHSCAPE CLIMATE AGENCY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52B08-415F-4BD7-A561-CF488E05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9E6D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C9E6D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C9E6D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C9E6D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C9E6D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C9E6D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C9E6D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C9E6D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C9E6D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C9E6D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9E6D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C9E6DD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457107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25CE38-531F-4511-9510-E3E644E5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rPr>
              <a:t>The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8612A-101B-4D4E-A5BC-6B2BF5FC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390525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EarthScape brings climate observations into one application.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Users import records, explore station trends, inspect predictions and respond to temperature alerts.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57C7FA-26FC-4668-8535-79333F3F50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87ef6742a245d7"/>
          <a:stretch xmlns:a="http://schemas.openxmlformats.org/drawingml/2006/main"/>
        </p:blipFill>
        <p:spPr>
          <a:xfrm xmlns:a="http://schemas.openxmlformats.org/drawingml/2006/main">
            <a:off x="4854893" y="1476375"/>
            <a:ext cx="6720840" cy="4667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813D31-75B2-4A6D-B3FF-400E2693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081412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DA84E-42E0-4140-A3E6-B225B762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rPr>
              <a:t>Users and access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0D6C38-1F5D-4AFD-ABF9-EAC6586A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390525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Administrator</a:t>
            </a:r>
          </a:p>
          <a:p xmlns:a="http://schemas.openxmlformats.org/drawingml/2006/main">
            <a: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Accounts, thresholds, backups and audit review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Analyst</a:t>
            </a:r>
          </a:p>
          <a:p xmlns:a="http://schemas.openxmlformats.org/drawingml/2006/main">
            <a: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Imports, processing and alert acknowledgment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Viewer</a:t>
            </a:r>
          </a:p>
          <a:p xmlns:a="http://schemas.openxmlformats.org/drawingml/2006/main">
            <a: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Read analysis and submit support tickets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CC89D-DEC4-4E50-BF5F-18C111463D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8faf0609ef4c5f"/>
          <a:stretch xmlns:a="http://schemas.openxmlformats.org/drawingml/2006/main"/>
        </p:blipFill>
        <p:spPr>
          <a:xfrm xmlns:a="http://schemas.openxmlformats.org/drawingml/2006/main">
            <a:off x="4854893" y="1476375"/>
            <a:ext cx="6720840" cy="4667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DA050-3A1F-460A-976C-680E8A46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733699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181FB-C37F-4FC3-BB16-C66D7169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rPr>
              <a:t>Climate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479CF-97BE-4FB3-869E-DB52E43C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390525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720 synthetic observations</a:t>
            </a:r>
          </a:p>
          <a:p xmlns:a="http://schemas.openxmlformats.org/drawingml/2006/main">
            <a: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Four stations across 180 dates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Station filters support local comparisons.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The seed data supports repeatable evaluation.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440D49-BE52-4850-999F-F79666DF16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fb81ea855b48fd"/>
          <a:stretch xmlns:a="http://schemas.openxmlformats.org/drawingml/2006/main"/>
        </p:blipFill>
        <p:spPr>
          <a:xfrm xmlns:a="http://schemas.openxmlformats.org/drawingml/2006/main">
            <a:off x="5505296" y="1476375"/>
            <a:ext cx="5420032" cy="4667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A4BDE8-7E56-4058-AFA5-108670A5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43095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66205E-8084-4501-BD91-7976F3F4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rPr>
              <a:t>Data ingestion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7CD078-00D5-4CC8-B2AB-CA767869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390525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CSV and JSON records share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Timestamped sensor readings preserve multiple readings per day.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PNG and TIFF satellite assets enter an encrypted archive.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FE1298-E45A-485C-96B1-BD5D209F19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2cef40a90e4f0d"/>
          <a:stretch xmlns:a="http://schemas.openxmlformats.org/drawingml/2006/main"/>
        </p:blipFill>
        <p:spPr>
          <a:xfrm xmlns:a="http://schemas.openxmlformats.org/drawingml/2006/main">
            <a:off x="4854893" y="1476375"/>
            <a:ext cx="6720840" cy="4667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8E2AAB-26DE-4914-831D-26AC6E46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943739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48244-BCCF-4136-9923-596308C1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rPr>
              <a:t>Data processing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40B97-97E9-4DAF-8629-59FCE576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390525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Local mode runs mapper and reducer scripts on one computer.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Hadoop mode uses HDFS and YARN with two reducers.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Jobs calculate station/month temperature means.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E0DF33-592B-43A9-B0B7-F70CF18BE4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9152e1d0294b4f"/>
          <a:stretch xmlns:a="http://schemas.openxmlformats.org/drawingml/2006/main"/>
        </p:blipFill>
        <p:spPr>
          <a:xfrm xmlns:a="http://schemas.openxmlformats.org/drawingml/2006/main">
            <a:off x="4854893" y="1476375"/>
            <a:ext cx="6720840" cy="4667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AFB61-2015-4B66-810F-3812AC7E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433152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26E7F9-4E8D-4D77-A497-2E6A6808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rPr>
              <a:t>Forecasts and anomalies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507246-8DC1-4C29-A883-4C6F9C38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390525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A linear regression baseline predicts 14 days.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The final 20% of dates supplies the forecast test 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Isolation Forest flags unusual observations for review.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ADFEDC-A4C8-4FA3-AFF9-92A80026C0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82ab6dcc9f4d61"/>
          <a:stretch xmlns:a="http://schemas.openxmlformats.org/drawingml/2006/main"/>
        </p:blipFill>
        <p:spPr>
          <a:xfrm xmlns:a="http://schemas.openxmlformats.org/drawingml/2006/main">
            <a:off x="4854893" y="1476375"/>
            <a:ext cx="6720840" cy="4667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F79E38-245B-47B9-94F1-15EBC95F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051222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D6F9BF-C85D-4DD3-8C66-6E6C7E7C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rPr>
              <a:t>Alerts and support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D199AE-3D8B-4B87-B66B-9095435F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390525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New readings above the configured threshold create alerts.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Administrators and analysts can acknowledge alerts.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Users submit private tickets for administrator resolution.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C15B6-1B62-4272-A23A-D78928E3D9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6a79b8ede7450e"/>
          <a:stretch xmlns:a="http://schemas.openxmlformats.org/drawingml/2006/main"/>
        </p:blipFill>
        <p:spPr>
          <a:xfrm xmlns:a="http://schemas.openxmlformats.org/drawingml/2006/main">
            <a:off x="4854893" y="1476375"/>
            <a:ext cx="6720840" cy="4667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7E5597-D5E7-4AC5-9EFE-1558D996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821115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7CDE9F-8738-4956-B627-C216A519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rPr>
              <a:t>Administration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AA101-FD50-4013-A3E9-8208BCD1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390525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Administrators manage accounts and thresholds.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The interface includes backup actions, process metrics and audit history.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0B204C-38AB-456D-8C72-3DE6BCB79D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ba67995b8d471c"/>
          <a:stretch xmlns:a="http://schemas.openxmlformats.org/drawingml/2006/main"/>
        </p:blipFill>
        <p:spPr>
          <a:xfrm xmlns:a="http://schemas.openxmlformats.org/drawingml/2006/main">
            <a:off x="4854893" y="1476375"/>
            <a:ext cx="6720840" cy="4667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713DBC-F053-42C1-BB84-CCAEE022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701698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1DDFD-C8E5-4AFB-9727-F97117E2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6D0FD0-958F-410D-8A08-3BABDEFD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390525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The browser uses a Python JSON API.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SQLite serves operational queries.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A background worker manages encrypted archives and Hadoop jobs.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739CFF-1055-4499-BD61-6B93FE8BDA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50ab9414644b6c"/>
          <a:stretch xmlns:a="http://schemas.openxmlformats.org/drawingml/2006/main"/>
        </p:blipFill>
        <p:spPr>
          <a:xfrm xmlns:a="http://schemas.openxmlformats.org/drawingml/2006/main">
            <a:off x="4762500" y="1623219"/>
            <a:ext cx="6905625" cy="437356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850BBF-F547-4C46-99C8-C074E1BA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483422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461847-5A11-4880-865E-B777D707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rPr>
              <a:t>Data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BA8D5-F6C1-46F3-8A0A-C3C249FF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390525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Validation normalizes UTC timestamps and checks measurement ranges.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Unique timestamp, station and source identities prevent duplicates.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Archives enter a durable transfer queue.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AF3054-DBA2-427A-875D-52A4634E5E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b401f6c1a04317"/>
          <a:stretch xmlns:a="http://schemas.openxmlformats.org/drawingml/2006/main"/>
        </p:blipFill>
        <p:spPr>
          <a:xfrm xmlns:a="http://schemas.openxmlformats.org/drawingml/2006/main">
            <a:off x="4762500" y="1623219"/>
            <a:ext cx="6905625" cy="437356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C9F54-3E7C-46A3-A066-57D9BC4C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876497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44E65A-148A-4815-9CEF-6E0CFCFF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rPr>
              <a:t>Security and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0DB7CA-3AA0-46C8-AE1B-85712146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7632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Salted PBKDF2 password hashes</a:t>
            </a:r>
          </a:p>
          <a:p xmlns:a="http://schemas.openxmlformats.org/drawingml/2006/main">
            <a: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Server-side role checks and CSRF tokens</a:t>
            </a:r>
          </a:p>
          <a:p xmlns:a="http://schemas.openxmlformats.org/drawingml/2006/main">
            <a: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One-hour authenticated sessions</a:t>
            </a:r>
          </a:p>
          <a:p xmlns:a="http://schemas.openxmlformats.org/drawingml/2006/main">
            <a: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Encrypted archives and backup snapshots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Production requires TLS, managed keys and protected storage.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30E928-E4D3-4618-A4A5-E45AD07C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071199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9CD50C-08EA-47B2-904F-EB369037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rPr>
              <a:t>Setup and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D13D5-6ED5-4D1D-BB45-34AB4083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7632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Windows offline setup</a:t>
            </a:r>
          </a:p>
          <a:p xmlns:a="http://schemas.openxmlformats.org/drawingml/2006/main">
            <a: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Extract all files, then run START_EARTHSCAPE.bat.</a:t>
            </a:r>
          </a:p>
          <a:p xmlns:a="http://schemas.openxmlformats.org/drawingml/2006/main">
            <a: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Open http://127.0.0.1:8080.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Full Hadoop setup</a:t>
            </a:r>
          </a:p>
          <a:p xmlns:a="http://schemas.openxmlformats.org/drawingml/2006/main">
            <a: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Start Docker Desktop, then run START_FULL_STACK.bat.</a:t>
            </a:r>
          </a:p>
          <a:p xmlns:a="http://schemas.openxmlformats.org/drawingml/2006/main">
            <a: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The first build requires an internet connection.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236F28-88B8-4339-9B03-3630A8EC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558272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32F61-F223-4DC9-83C4-2028A8D2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rPr>
              <a:t>Validation and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7CCEEF-D791-4638-BC50-134D7F65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7632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18 unit tests passed in this review.</a:t>
            </a:r>
          </a:p>
          <a:p xmlns:a="http://schemas.openxmlformats.org/drawingml/2006/main">
            <a: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10 HTTP integration checks passed in this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The supplied package also retains browser and Hadoop evidence.</a:t>
            </a:r>
          </a:p>
          <a:p xmlns:a="http://schemas.openxmlformats.org/drawingml/2006/main">
            <a: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Windows launch and Docker Desktop were not executed in this Linux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Synthetic data and baseline models support an educational demonstration.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238EB1-6AA1-43E5-9C42-1EB1E49E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412129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BEDF2-09F8-4565-849B-691B6673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43B37"/>
                </a:solidFill>
                <a:latin typeface="DejaVu Sans"/>
                <a:ea typeface="DejaVu Sans"/>
                <a:cs typeface="DejaVu Sans"/>
              </a:rPr>
              <a:t>Project handover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DFCF0-5F02-4D06-89D7-E1396175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7632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The package includes the runnable application, Windows runtime, database, source code, reports, diagrams, screenshots and demonstration video.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63B38"/>
                </a:solidFill>
                <a:latin typeface="DejaVu Sans"/>
                <a:ea typeface="DejaVu Sans"/>
                <a:cs typeface="DejaVu Sans"/>
              </a:rPr>
              <a:t>Add genuine student, batch and group details before the final institutional submission.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EBFF5-7F12-4E7D-8EBA-FC3EB23F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008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8716D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617689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2026-10-19T20:49:22.2330000Z</dcterms:created>
  <dcterms:modified xsi:type="dcterms:W3CDTF">2026-10-19T20:49:22.2330000Z</dcterms:modified>
</coreProperties>
</file>